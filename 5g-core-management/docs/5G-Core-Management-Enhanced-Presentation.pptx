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End-to-End 5G Core Management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 Hands-on 5G Core Management System</a:t>
            </a:r>
          </a:p>
          <a:p>
            <a:r>
              <a:t>Using NETCONF, RESTCONF, SNMP, YANG, and Open5GS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Students have theoretical knowledge of 5G Core, but no hands-on platform to learn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Real telecom systems are expensive and complex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Need a lightweight, open-source, manageable 5G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Deploy Open5GS (a free 5G Core implementation)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Manage it using industry-standard protocols: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NETCONF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RESTCONF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SNMP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Build YANG models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Create dashboards and monitoring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Provide easy test scripts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5G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AMF (Access and Mobility Management Function)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SMF (Session Management Function)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UPF (User Plane Function)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NRF, UDM, AUSF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N2/N3 interfaces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UE/gNB (User Equipment and Base Station)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We Built (System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Two main layers: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5G Core Plane (Open5GS: AMF/SMF/UPF/etc.)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Management Plane: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NETCONF Server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RESTCONF API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SNMP Monitor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YANG Models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Management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YANG Models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Data modeling language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Defines structure of subscribers, sessions, QoS profiles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NETCONF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XML, SSH-based network configuration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Used by telecom vendors (Nokia, Ericsson, Huawei)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RESTCONF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HTTP/JSON version of NETCONF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Lightweight, easier for developers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SNMP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Used for monitoring only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• Metrics and performance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YANG Models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subscribers.yang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sessions.yang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qos-profiles.yang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network-functions.yang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What they represent: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subscribers.yang - Subscriber information (IMSI, MSISDN, security)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sessions.yang - PDU session details (QoS, DNN, status)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qos-profiles.yang - Quality of Service parameters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network-functions.yang - Core network functions (AMF, SMF, UPF)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Example snippet: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container subscribers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list subscriber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   key "imsi"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   leaf imsi { type string; 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NETCONF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Uses ncclient library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Runs on port 830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Supports get, edit-config, get-config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Stores data using YANG models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Sample command: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from ncclient import manager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 = manager.connect(host='localhost', port=830, username='admin', password='admin')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config = m.get_config(source="running")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print(config.data_xml)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RESTCONF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Built using Flask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Uses same YANG data structures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Key endpoints created: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/restconf/data/subscribers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/restconf/data/sessions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/restconf/data/qos-profiles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/restconf/data/network-functions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RESTCONF = NETCONF + HTTP +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SNMP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Uses PySNMP library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Collects metrics from Open5GS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Exports to JSON/CSV formats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Metrics include: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Active sessions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CPU utilization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Memory usage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Throughput statistics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Packet loss rates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Real-time metrics visualization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Subscriber/session count monitoring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Performance graphs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Built with Node.js and Socket.IO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Integration with Grafana for professional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5g-core-management/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├── open5gs-setup/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├── management-plane/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│   ├── netconf-server/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│   ├── restconf-api/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│   ├── snmp-monitor/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│   └── yang-models/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├── dashboard/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├── docs/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├── tests/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└── start_system.py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Starting NETCONF server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cd management-plane/netconf-server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python netconf_server.py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NETCONF Get-Config Demo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python scripts/get_subscribers.py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RESTCONF Demo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GET http://localhost:830/restconf/data/subscribers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SNMP Demo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snmpwalk -v2c -c public localhost .1.3.6.1.4.1.55555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5. Dashboard Demo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Show real-time updating graphs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✅ Open5GS deployed successfully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NETCONF + RESTCONF interfaces working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SNMP monitoring functioning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Dashboard showing real-time metrics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✅ End-to-end 5G management achieved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Open5GS configuration issues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YANG model validation complexities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NETCONF XML formatting requirements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SNMP OID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Synchronizing NETCONF ↔ RESTCONF states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Python library compatibility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Built a complete 5G Management Plane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Used real telecom protocols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Provides actual hands-on environment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Fully aligned with industry standards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Demonstrates practical management capabilities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gNB + UE integration for complete end-to-end testing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Complete GUI-based provisioning system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Alarm management system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TR-069 integration for device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Enhanced security (TLS, token authentication)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Containerization with Docker/Kubernetes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