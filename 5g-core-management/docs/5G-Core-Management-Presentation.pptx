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End-to-End 5G Core Management Prototype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A Hands-on 5G Core Management System</a:t>
            </a:r>
          </a:p>
          <a:p>
            <a:r>
              <a:t>Using NETCONF, RESTCONF, SNMP, YANG, and Open5GS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Students have theoretical knowledge of 5G Core, but no hands-on platform to learn management</a:t>
            </a:r>
          </a:p>
          <a:p>
            <a:pPr>
              <a:defRPr sz="1800"/>
            </a:pPr>
            <a:r>
              <a:t>• Real telecom systems are expensive and complex</a:t>
            </a:r>
          </a:p>
          <a:p>
            <a:pPr>
              <a:defRPr sz="1800"/>
            </a:pPr>
            <a:r>
              <a:t>• Need a lightweight, open-source, manageable 5G 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Deploy Open5GS (a free 5G Core implementation)</a:t>
            </a:r>
          </a:p>
          <a:p>
            <a:pPr>
              <a:defRPr sz="1800"/>
            </a:pPr>
            <a:r>
              <a:t>• Manage it using industry-standard protocols:</a:t>
            </a:r>
          </a:p>
          <a:p>
            <a:pPr>
              <a:defRPr sz="1800"/>
            </a:pPr>
            <a:r>
              <a:t>  - NETCONF</a:t>
            </a:r>
          </a:p>
          <a:p>
            <a:pPr>
              <a:defRPr sz="1800"/>
            </a:pPr>
            <a:r>
              <a:t>  - RESTCONF</a:t>
            </a:r>
          </a:p>
          <a:p>
            <a:pPr>
              <a:defRPr sz="1800"/>
            </a:pPr>
            <a:r>
              <a:t>  - SNMP</a:t>
            </a:r>
          </a:p>
          <a:p>
            <a:pPr>
              <a:defRPr sz="1800"/>
            </a:pPr>
            <a:r>
              <a:t>• Build YANG models</a:t>
            </a:r>
          </a:p>
          <a:p>
            <a:pPr>
              <a:defRPr sz="1800"/>
            </a:pPr>
            <a:r>
              <a:t>• Create dashboards and monitoring</a:t>
            </a:r>
          </a:p>
          <a:p>
            <a:pPr>
              <a:defRPr sz="1800"/>
            </a:pPr>
            <a:r>
              <a:t>• Provide easy test scripts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5G 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AMF (Access and Mobility Management Function)</a:t>
            </a:r>
          </a:p>
          <a:p>
            <a:pPr>
              <a:defRPr sz="1800"/>
            </a:pPr>
            <a:r>
              <a:t>• SMF (Session Management Function)</a:t>
            </a:r>
          </a:p>
          <a:p>
            <a:pPr>
              <a:defRPr sz="1800"/>
            </a:pPr>
            <a:r>
              <a:t>• UPF (User Plane Function)</a:t>
            </a:r>
          </a:p>
          <a:p>
            <a:pPr>
              <a:defRPr sz="1800"/>
            </a:pPr>
            <a:r>
              <a:t>• NRF, UDM, AUSF</a:t>
            </a:r>
          </a:p>
          <a:p>
            <a:pPr>
              <a:defRPr sz="1800"/>
            </a:pPr>
            <a:r>
              <a:t>• N2/N3 interfaces</a:t>
            </a:r>
          </a:p>
          <a:p>
            <a:pPr>
              <a:defRPr sz="1800"/>
            </a:pPr>
            <a:r>
              <a:t>• UE/gNB (User Equipment and Base Station)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What We Built (System 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Two main layers: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5G Core Plane (Open5GS: AMF/SMF/UPF/etc.)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Management Plane:</a:t>
            </a:r>
          </a:p>
          <a:p>
            <a:pPr>
              <a:defRPr sz="1800"/>
            </a:pPr>
            <a:r>
              <a:t>   • NETCONF Server</a:t>
            </a:r>
          </a:p>
          <a:p>
            <a:pPr>
              <a:defRPr sz="1800"/>
            </a:pPr>
            <a:r>
              <a:t>   • RESTCONF API</a:t>
            </a:r>
          </a:p>
          <a:p>
            <a:pPr>
              <a:defRPr sz="1800"/>
            </a:pPr>
            <a:r>
              <a:t>   • SNMP Monitor</a:t>
            </a:r>
          </a:p>
          <a:p>
            <a:pPr>
              <a:defRPr sz="1800"/>
            </a:pPr>
            <a:r>
              <a:t>   • YANG Models</a:t>
            </a:r>
          </a:p>
          <a:p>
            <a:pPr>
              <a:defRPr sz="1800"/>
            </a:pPr>
            <a:r>
              <a:t>   •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Management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YANG Models</a:t>
            </a:r>
          </a:p>
          <a:p>
            <a:pPr>
              <a:defRPr sz="1800"/>
            </a:pPr>
            <a:r>
              <a:t>   • Data modeling language</a:t>
            </a:r>
          </a:p>
          <a:p>
            <a:pPr>
              <a:defRPr sz="1800"/>
            </a:pPr>
            <a:r>
              <a:t>   • Defines structure of subscribers, sessions, QoS profiles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NETCONF</a:t>
            </a:r>
          </a:p>
          <a:p>
            <a:pPr>
              <a:defRPr sz="1800"/>
            </a:pPr>
            <a:r>
              <a:t>   • XML, SSH-based network configuration</a:t>
            </a:r>
          </a:p>
          <a:p>
            <a:pPr>
              <a:defRPr sz="1800"/>
            </a:pPr>
            <a:r>
              <a:t>   • Used by telecom vendors (Nokia, Ericsson, Huawei)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RESTCONF</a:t>
            </a:r>
          </a:p>
          <a:p>
            <a:pPr>
              <a:defRPr sz="1800"/>
            </a:pPr>
            <a:r>
              <a:t>   • HTTP/JSON version of NETCONF</a:t>
            </a:r>
          </a:p>
          <a:p>
            <a:pPr>
              <a:defRPr sz="1800"/>
            </a:pPr>
            <a:r>
              <a:t>   • Lightweight, easier for developers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SNMP</a:t>
            </a:r>
          </a:p>
          <a:p>
            <a:pPr>
              <a:defRPr sz="1800"/>
            </a:pPr>
            <a:r>
              <a:t>   • Used for monitoring only</a:t>
            </a:r>
          </a:p>
          <a:p>
            <a:pPr>
              <a:defRPr sz="1800"/>
            </a:pPr>
            <a:r>
              <a:t>   • Metrics and performance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YANG Models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subscribers.yang</a:t>
            </a:r>
          </a:p>
          <a:p>
            <a:pPr>
              <a:defRPr sz="1800"/>
            </a:pPr>
            <a:r>
              <a:t>• sessions.yang</a:t>
            </a:r>
          </a:p>
          <a:p>
            <a:pPr>
              <a:defRPr sz="1800"/>
            </a:pPr>
            <a:r>
              <a:t>• qos-profiles.yang</a:t>
            </a:r>
          </a:p>
          <a:p>
            <a:pPr>
              <a:defRPr sz="1800"/>
            </a:pPr>
            <a:r>
              <a:t>• network-functions.yang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What they represent:</a:t>
            </a:r>
          </a:p>
          <a:p>
            <a:pPr>
              <a:defRPr sz="1800"/>
            </a:pPr>
            <a:r>
              <a:t>• subscribers.yang - Subscriber information (IMSI, MSISDN, security)</a:t>
            </a:r>
          </a:p>
          <a:p>
            <a:pPr>
              <a:defRPr sz="1800"/>
            </a:pPr>
            <a:r>
              <a:t>• sessions.yang - PDU session details (QoS, DNN, status)</a:t>
            </a:r>
          </a:p>
          <a:p>
            <a:pPr>
              <a:defRPr sz="1800"/>
            </a:pPr>
            <a:r>
              <a:t>• qos-profiles.yang - Quality of Service parameters</a:t>
            </a:r>
          </a:p>
          <a:p>
            <a:pPr>
              <a:defRPr sz="1800"/>
            </a:pPr>
            <a:r>
              <a:t>• network-functions.yang - Core network functions (AMF, SMF, UPF)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Example snippet:</a:t>
            </a:r>
          </a:p>
          <a:p>
            <a:pPr>
              <a:defRPr sz="1800"/>
            </a:pPr>
            <a:r>
              <a:t>container subscribers {</a:t>
            </a:r>
          </a:p>
          <a:p>
            <a:pPr>
              <a:defRPr sz="1800"/>
            </a:pPr>
            <a:r>
              <a:t>   list subscriber {</a:t>
            </a:r>
          </a:p>
          <a:p>
            <a:pPr>
              <a:defRPr sz="1800"/>
            </a:pPr>
            <a:r>
              <a:t>      key "imsi"</a:t>
            </a:r>
          </a:p>
          <a:p>
            <a:pPr>
              <a:defRPr sz="1800"/>
            </a:pPr>
            <a:r>
              <a:t>      leaf imsi { type string; }</a:t>
            </a:r>
          </a:p>
          <a:p>
            <a:pPr>
              <a:defRPr sz="1800"/>
            </a:pPr>
            <a:r>
              <a:t>   }</a:t>
            </a:r>
          </a:p>
          <a:p>
            <a:pPr>
              <a:defRPr sz="1800"/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NETCONF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Uses ncclient library</a:t>
            </a:r>
          </a:p>
          <a:p>
            <a:pPr>
              <a:defRPr sz="1800"/>
            </a:pPr>
            <a:r>
              <a:t>• Runs on port 830</a:t>
            </a:r>
          </a:p>
          <a:p>
            <a:pPr>
              <a:defRPr sz="1800"/>
            </a:pPr>
            <a:r>
              <a:t>• Supports get, edit-config, get-config</a:t>
            </a:r>
          </a:p>
          <a:p>
            <a:pPr>
              <a:defRPr sz="1800"/>
            </a:pPr>
            <a:r>
              <a:t>• Stores data using YANG models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Sample command:</a:t>
            </a:r>
          </a:p>
          <a:p>
            <a:pPr>
              <a:defRPr sz="1800"/>
            </a:pPr>
            <a:r>
              <a:t>from ncclient import manager</a:t>
            </a:r>
          </a:p>
          <a:p>
            <a:pPr>
              <a:defRPr sz="1800"/>
            </a:pPr>
            <a:r>
              <a:t>m = manager.connect(host='localhost', port=830, username='admin', password='admin')</a:t>
            </a:r>
          </a:p>
          <a:p>
            <a:pPr>
              <a:defRPr sz="1800"/>
            </a:pPr>
            <a:r>
              <a:t>config = m.get_config(source="running")</a:t>
            </a:r>
          </a:p>
          <a:p>
            <a:pPr>
              <a:defRPr sz="1800"/>
            </a:pPr>
            <a:r>
              <a:t>print(config.data_xml)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RESTCONF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Built using Flask</a:t>
            </a:r>
          </a:p>
          <a:p>
            <a:pPr>
              <a:defRPr sz="1800"/>
            </a:pPr>
            <a:r>
              <a:t>• Uses same YANG data structures</a:t>
            </a:r>
          </a:p>
          <a:p>
            <a:pPr>
              <a:defRPr sz="1800"/>
            </a:pPr>
            <a:r>
              <a:t>• Key endpoints created:</a:t>
            </a:r>
          </a:p>
          <a:p>
            <a:pPr>
              <a:defRPr sz="1800"/>
            </a:pPr>
            <a:r>
              <a:t>  /restconf/data/subscribers</a:t>
            </a:r>
          </a:p>
          <a:p>
            <a:pPr>
              <a:defRPr sz="1800"/>
            </a:pPr>
            <a:r>
              <a:t>  /restconf/data/sessions</a:t>
            </a:r>
          </a:p>
          <a:p>
            <a:pPr>
              <a:defRPr sz="1800"/>
            </a:pPr>
            <a:r>
              <a:t>  /restconf/data/qos-profiles</a:t>
            </a:r>
          </a:p>
          <a:p>
            <a:pPr>
              <a:defRPr sz="1800"/>
            </a:pPr>
            <a:r>
              <a:t>  /restconf/data/network-functions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RESTCONF = NETCONF + HTTP + 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SNMP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Uses PySNMP library</a:t>
            </a:r>
          </a:p>
          <a:p>
            <a:pPr>
              <a:defRPr sz="1800"/>
            </a:pPr>
            <a:r>
              <a:t>• Collects metrics from Open5GS</a:t>
            </a:r>
          </a:p>
          <a:p>
            <a:pPr>
              <a:defRPr sz="1800"/>
            </a:pPr>
            <a:r>
              <a:t>• Exports to JSON/CSV formats</a:t>
            </a:r>
          </a:p>
          <a:p>
            <a:pPr>
              <a:defRPr sz="1800"/>
            </a:pPr>
            <a:r>
              <a:t>• Metrics include:</a:t>
            </a:r>
          </a:p>
          <a:p>
            <a:pPr>
              <a:defRPr sz="1800"/>
            </a:pPr>
            <a:r>
              <a:t>  - Active sessions</a:t>
            </a:r>
          </a:p>
          <a:p>
            <a:pPr>
              <a:defRPr sz="1800"/>
            </a:pPr>
            <a:r>
              <a:t>  - CPU utilization</a:t>
            </a:r>
          </a:p>
          <a:p>
            <a:pPr>
              <a:defRPr sz="1800"/>
            </a:pPr>
            <a:r>
              <a:t>  - Memory usage</a:t>
            </a:r>
          </a:p>
          <a:p>
            <a:pPr>
              <a:defRPr sz="1800"/>
            </a:pPr>
            <a:r>
              <a:t>  - Throughput statistics</a:t>
            </a:r>
          </a:p>
          <a:p>
            <a:pPr>
              <a:defRPr sz="1800"/>
            </a:pPr>
            <a:r>
              <a:t>  - Packet loss rates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Real-time metrics visualization</a:t>
            </a:r>
          </a:p>
          <a:p>
            <a:pPr>
              <a:defRPr sz="1800"/>
            </a:pPr>
            <a:r>
              <a:t>• Subscriber/session count monitoring</a:t>
            </a:r>
          </a:p>
          <a:p>
            <a:pPr>
              <a:defRPr sz="1800"/>
            </a:pPr>
            <a:r>
              <a:t>• Performance graphs</a:t>
            </a:r>
          </a:p>
          <a:p>
            <a:pPr>
              <a:defRPr sz="1800"/>
            </a:pPr>
            <a:r>
              <a:t>• Built with Node.js and Socket.IO</a:t>
            </a:r>
          </a:p>
          <a:p>
            <a:pPr>
              <a:defRPr sz="1800"/>
            </a:pPr>
            <a:r>
              <a:t>• Integration with Grafana for professional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Project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5g-core-management/</a:t>
            </a:r>
          </a:p>
          <a:p>
            <a:pPr>
              <a:defRPr sz="1800"/>
            </a:pPr>
            <a:r>
              <a:t>├── open5gs-setup/</a:t>
            </a:r>
          </a:p>
          <a:p>
            <a:pPr>
              <a:defRPr sz="1800"/>
            </a:pPr>
            <a:r>
              <a:t>├── management-plane/</a:t>
            </a:r>
          </a:p>
          <a:p>
            <a:pPr>
              <a:defRPr sz="1800"/>
            </a:pPr>
            <a:r>
              <a:t>│   ├── netconf-server/</a:t>
            </a:r>
          </a:p>
          <a:p>
            <a:pPr>
              <a:defRPr sz="1800"/>
            </a:pPr>
            <a:r>
              <a:t>│   ├── restconf-api/</a:t>
            </a:r>
          </a:p>
          <a:p>
            <a:pPr>
              <a:defRPr sz="1800"/>
            </a:pPr>
            <a:r>
              <a:t>│   ├── snmp-monitor/</a:t>
            </a:r>
          </a:p>
          <a:p>
            <a:pPr>
              <a:defRPr sz="1800"/>
            </a:pPr>
            <a:r>
              <a:t>│   └── yang-models/</a:t>
            </a:r>
          </a:p>
          <a:p>
            <a:pPr>
              <a:defRPr sz="1800"/>
            </a:pPr>
            <a:r>
              <a:t>├── dashboard/</a:t>
            </a:r>
          </a:p>
          <a:p>
            <a:pPr>
              <a:defRPr sz="1800"/>
            </a:pPr>
            <a:r>
              <a:t>├── docs/</a:t>
            </a:r>
          </a:p>
          <a:p>
            <a:pPr>
              <a:defRPr sz="1800"/>
            </a:pPr>
            <a:r>
              <a:t>├── tests/</a:t>
            </a:r>
          </a:p>
          <a:p>
            <a:pPr>
              <a:defRPr sz="1800"/>
            </a:pPr>
            <a:r>
              <a:t>└── start_system.py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Starting NETCONF server</a:t>
            </a:r>
          </a:p>
          <a:p>
            <a:pPr>
              <a:defRPr sz="1800"/>
            </a:pPr>
            <a:r>
              <a:t>   cd management-plane/netconf-server</a:t>
            </a:r>
          </a:p>
          <a:p>
            <a:pPr>
              <a:defRPr sz="1800"/>
            </a:pPr>
            <a:r>
              <a:t>   python netconf_server.py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NETCONF Get-Config Demo</a:t>
            </a:r>
          </a:p>
          <a:p>
            <a:pPr>
              <a:defRPr sz="1800"/>
            </a:pPr>
            <a:r>
              <a:t>   python scripts/get_subscribers.py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RESTCONF Demo</a:t>
            </a:r>
          </a:p>
          <a:p>
            <a:pPr>
              <a:defRPr sz="1800"/>
            </a:pPr>
            <a:r>
              <a:t>   GET http://localhost:830/restconf/data/subscribers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SNMP Demo</a:t>
            </a:r>
          </a:p>
          <a:p>
            <a:pPr>
              <a:defRPr sz="1800"/>
            </a:pPr>
            <a:r>
              <a:t>   snmpwalk -v2c -c public localhost .1.3.6.1.4.1.55555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Dashboard Demo</a:t>
            </a:r>
          </a:p>
          <a:p>
            <a:pPr>
              <a:defRPr sz="1800"/>
            </a:pPr>
            <a:r>
              <a:t>   Show real-time updating graphs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✅ Open5GS deployed successfully</a:t>
            </a:r>
          </a:p>
          <a:p>
            <a:pPr>
              <a:defRPr sz="1800"/>
            </a:pPr>
            <a:r>
              <a:t>✅ NETCONF + RESTCONF interfaces working</a:t>
            </a:r>
          </a:p>
          <a:p>
            <a:pPr>
              <a:defRPr sz="1800"/>
            </a:pPr>
            <a:r>
              <a:t>✅ SNMP monitoring functioning</a:t>
            </a:r>
          </a:p>
          <a:p>
            <a:pPr>
              <a:defRPr sz="1800"/>
            </a:pPr>
            <a:r>
              <a:t>✅ Dashboard showing real-time metrics</a:t>
            </a:r>
          </a:p>
          <a:p>
            <a:pPr>
              <a:defRPr sz="1800"/>
            </a:pPr>
            <a:r>
              <a:t>✅ End-to-end 5G management achieved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Open5GS configuration issues</a:t>
            </a:r>
          </a:p>
          <a:p>
            <a:pPr>
              <a:defRPr sz="1800"/>
            </a:pPr>
            <a:r>
              <a:t>• YANG model validation complexities</a:t>
            </a:r>
          </a:p>
          <a:p>
            <a:pPr>
              <a:defRPr sz="1800"/>
            </a:pPr>
            <a:r>
              <a:t>• NETCONF XML formatting requirements</a:t>
            </a:r>
          </a:p>
          <a:p>
            <a:pPr>
              <a:defRPr sz="1800"/>
            </a:pPr>
            <a:r>
              <a:t>• SNMP OID management</a:t>
            </a:r>
          </a:p>
          <a:p>
            <a:pPr>
              <a:defRPr sz="1800"/>
            </a:pPr>
            <a:r>
              <a:t>• Synchronizing NETCONF ↔ RESTCONF states</a:t>
            </a:r>
          </a:p>
          <a:p>
            <a:pPr>
              <a:defRPr sz="1800"/>
            </a:pPr>
            <a:r>
              <a:t>• Python library compatibility issues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Built a complete 5G Management Plane</a:t>
            </a:r>
          </a:p>
          <a:p>
            <a:pPr>
              <a:defRPr sz="1800"/>
            </a:pPr>
            <a:r>
              <a:t>• Used real telecom protocols</a:t>
            </a:r>
          </a:p>
          <a:p>
            <a:pPr>
              <a:defRPr sz="1800"/>
            </a:pPr>
            <a:r>
              <a:t>• Provides actual hands-on environment</a:t>
            </a:r>
          </a:p>
          <a:p>
            <a:pPr>
              <a:defRPr sz="1800"/>
            </a:pPr>
            <a:r>
              <a:t>• Fully aligned with industry standards</a:t>
            </a:r>
          </a:p>
          <a:p>
            <a:pPr>
              <a:defRPr sz="1800"/>
            </a:pPr>
            <a:r>
              <a:t>• Demonstrates practical management capabilities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gNB + UE integration for complete end-to-end testing</a:t>
            </a:r>
          </a:p>
          <a:p>
            <a:pPr>
              <a:defRPr sz="1800"/>
            </a:pPr>
            <a:r>
              <a:t>• Complete GUI-based provisioning system</a:t>
            </a:r>
          </a:p>
          <a:p>
            <a:pPr>
              <a:defRPr sz="1800"/>
            </a:pPr>
            <a:r>
              <a:t>• Alarm management system</a:t>
            </a:r>
          </a:p>
          <a:p>
            <a:pPr>
              <a:defRPr sz="1800"/>
            </a:pPr>
            <a:r>
              <a:t>• TR-069 integration for device management</a:t>
            </a:r>
          </a:p>
          <a:p>
            <a:pPr>
              <a:defRPr sz="1800"/>
            </a:pPr>
            <a:r>
              <a:t>• Enhanced security (TLS, token authentication)</a:t>
            </a:r>
          </a:p>
          <a:p>
            <a:pPr>
              <a:defRPr sz="1800"/>
            </a:pPr>
            <a:r>
              <a:t>• Containerization with Docker/Kubernetes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